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78" r:id="rId5"/>
    <p:sldId id="288" r:id="rId6"/>
    <p:sldId id="286" r:id="rId7"/>
    <p:sldId id="284" r:id="rId8"/>
    <p:sldId id="289" r:id="rId9"/>
    <p:sldId id="282" r:id="rId10"/>
    <p:sldId id="28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42962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56414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42609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53138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4A96757-7141-4220-9764-81AAB9E5A4B0}" type="datetimeFigureOut">
              <a:rPr lang="es-MX" smtClean="0"/>
              <a:t>07/06/2026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2497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735487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4A96757-7141-4220-9764-81AAB9E5A4B0}" type="datetimeFigureOut">
              <a:rPr lang="es-MX" smtClean="0"/>
              <a:t>07/06/2026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0336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8565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26875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6734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141929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1833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291692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689080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05129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625801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8955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4A96757-7141-4220-9764-81AAB9E5A4B0}" type="datetimeFigureOut">
              <a:rPr lang="es-MX" smtClean="0"/>
              <a:t>07/06/2026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472C795-96C6-460C-922D-97DFDDCB5C3A}" type="slidenum">
              <a:rPr lang="es-MX" smtClean="0"/>
              <a:t>‹Nº›</a:t>
            </a:fld>
            <a:endParaRPr lang="es-MX"/>
          </a:p>
        </p:txBody>
      </p:sp>
    </p:spTree>
    <p:extLst>
      <p:ext uri="{BB962C8B-B14F-4D97-AF65-F5344CB8AC3E}">
        <p14:creationId xmlns:p14="http://schemas.microsoft.com/office/powerpoint/2010/main" val="1957354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FDB4996-25A1-4C8B-9C3A-C6F4190D51FF}"/>
              </a:ext>
            </a:extLst>
          </p:cNvPr>
          <p:cNvPicPr>
            <a:picLocks noChangeAspect="1"/>
          </p:cNvPicPr>
          <p:nvPr/>
        </p:nvPicPr>
        <p:blipFill rotWithShape="1">
          <a:blip r:embed="rId2"/>
          <a:srcRect l="6551" t="37365" r="5073"/>
          <a:stretch/>
        </p:blipFill>
        <p:spPr>
          <a:xfrm>
            <a:off x="1290918" y="751864"/>
            <a:ext cx="10040471" cy="726922"/>
          </a:xfrm>
          <a:prstGeom prst="rect">
            <a:avLst/>
          </a:prstGeom>
        </p:spPr>
      </p:pic>
      <p:sp>
        <p:nvSpPr>
          <p:cNvPr id="5" name="CuadroTexto 4">
            <a:extLst>
              <a:ext uri="{FF2B5EF4-FFF2-40B4-BE49-F238E27FC236}">
                <a16:creationId xmlns:a16="http://schemas.microsoft.com/office/drawing/2014/main" id="{74CA5DC0-9F7F-45E1-A2A4-76C139FCCAC5}"/>
              </a:ext>
            </a:extLst>
          </p:cNvPr>
          <p:cNvSpPr txBox="1"/>
          <p:nvPr/>
        </p:nvSpPr>
        <p:spPr>
          <a:xfrm>
            <a:off x="2052918" y="1605776"/>
            <a:ext cx="7440705" cy="364644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p>
          <a:p>
            <a:pPr marL="12700" marR="1219200" indent="-12700" algn="ctr">
              <a:lnSpc>
                <a:spcPct val="107000"/>
              </a:lnSpc>
              <a:spcAft>
                <a:spcPts val="111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Fundamentos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base de datos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3.3 Banco de ejercicio</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Frontera Comalapa , Chiapas a 1</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6</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/05/2026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40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0D377-64BE-4729-91D3-D9F88A4E75B4}"/>
              </a:ext>
            </a:extLst>
          </p:cNvPr>
          <p:cNvSpPr>
            <a:spLocks noGrp="1"/>
          </p:cNvSpPr>
          <p:nvPr>
            <p:ph type="title"/>
          </p:nvPr>
        </p:nvSpPr>
        <p:spPr>
          <a:xfrm>
            <a:off x="913774" y="161317"/>
            <a:ext cx="10364451" cy="672401"/>
          </a:xfrm>
        </p:spPr>
        <p:txBody>
          <a:bodyPr/>
          <a:lstStyle/>
          <a:p>
            <a:r>
              <a:rPr lang="es-MX" b="1" dirty="0">
                <a:latin typeface="Arial" panose="020B0604020202020204" pitchFamily="34" charset="0"/>
                <a:cs typeface="Arial" panose="020B0604020202020204" pitchFamily="34" charset="0"/>
              </a:rPr>
              <a:t>INTRODUCCION </a:t>
            </a:r>
          </a:p>
        </p:txBody>
      </p:sp>
      <p:sp>
        <p:nvSpPr>
          <p:cNvPr id="3" name="Marcador de contenido 2">
            <a:extLst>
              <a:ext uri="{FF2B5EF4-FFF2-40B4-BE49-F238E27FC236}">
                <a16:creationId xmlns:a16="http://schemas.microsoft.com/office/drawing/2014/main" id="{BEAB286D-EC1F-443B-92B2-DA25E0DC0439}"/>
              </a:ext>
            </a:extLst>
          </p:cNvPr>
          <p:cNvSpPr>
            <a:spLocks noGrp="1"/>
          </p:cNvSpPr>
          <p:nvPr>
            <p:ph sz="quarter" idx="13"/>
          </p:nvPr>
        </p:nvSpPr>
        <p:spPr>
          <a:xfrm>
            <a:off x="1792943" y="1542339"/>
            <a:ext cx="8292352"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En esta práctica se creó una base de datos para una tienda de ropa usando PostgreSQL y pgadmin. esta base de datos permite guardar de forma ordenada la información de los clientes, prendas, empleados y ventas. también se agregaron registros de prueba para verificar que las tablas funcionaran correctamente y así comprender mejor cómo se administra la información de un negocio mediante una base de datos.</a:t>
            </a:r>
          </a:p>
        </p:txBody>
      </p:sp>
    </p:spTree>
    <p:extLst>
      <p:ext uri="{BB962C8B-B14F-4D97-AF65-F5344CB8AC3E}">
        <p14:creationId xmlns:p14="http://schemas.microsoft.com/office/powerpoint/2010/main" val="12972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83207C-9490-46DC-B7B8-4A79CCBA23DC}"/>
              </a:ext>
            </a:extLst>
          </p:cNvPr>
          <p:cNvSpPr>
            <a:spLocks noGrp="1"/>
          </p:cNvSpPr>
          <p:nvPr>
            <p:ph type="title"/>
          </p:nvPr>
        </p:nvSpPr>
        <p:spPr>
          <a:xfrm>
            <a:off x="1864659" y="0"/>
            <a:ext cx="7737167" cy="1264435"/>
          </a:xfrm>
        </p:spPr>
        <p:txBody>
          <a:bodyPr/>
          <a:lstStyle/>
          <a:p>
            <a:r>
              <a:rPr lang="es-MX" b="1" dirty="0">
                <a:latin typeface="Arial" panose="020B0604020202020204" pitchFamily="34" charset="0"/>
                <a:cs typeface="Arial" panose="020B0604020202020204" pitchFamily="34" charset="0"/>
              </a:rPr>
              <a:t>JUSTIFICACION</a:t>
            </a:r>
          </a:p>
        </p:txBody>
      </p:sp>
      <p:sp>
        <p:nvSpPr>
          <p:cNvPr id="3" name="Marcador de contenido 2">
            <a:extLst>
              <a:ext uri="{FF2B5EF4-FFF2-40B4-BE49-F238E27FC236}">
                <a16:creationId xmlns:a16="http://schemas.microsoft.com/office/drawing/2014/main" id="{B79832BA-E3DF-4F8B-ACA7-A7B97C74E4D4}"/>
              </a:ext>
            </a:extLst>
          </p:cNvPr>
          <p:cNvSpPr>
            <a:spLocks noGrp="1"/>
          </p:cNvSpPr>
          <p:nvPr>
            <p:ph sz="quarter" idx="13"/>
          </p:nvPr>
        </p:nvSpPr>
        <p:spPr>
          <a:xfrm>
            <a:off x="1667435" y="1716946"/>
            <a:ext cx="8472273"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Al realizar este reporte de practica fue importante porque permitió aplicar lo aprendido sobre la creación y administración de bases de datos. al diseñar tablas y registrar información de una tienda de ropa, como clientes, prendas, empleados y ventas, se comprendió mejor la importancia de tener los datos bien organizados para poder consultarlos, modificarlos y gestionarlos de manera más fácil dentro de un sistema informático.</a:t>
            </a:r>
          </a:p>
        </p:txBody>
      </p:sp>
    </p:spTree>
    <p:extLst>
      <p:ext uri="{BB962C8B-B14F-4D97-AF65-F5344CB8AC3E}">
        <p14:creationId xmlns:p14="http://schemas.microsoft.com/office/powerpoint/2010/main" val="346541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4EF477C-CA41-40AB-A08A-36F4B77E36C9}"/>
              </a:ext>
            </a:extLst>
          </p:cNvPr>
          <p:cNvSpPr>
            <a:spLocks noGrp="1"/>
          </p:cNvSpPr>
          <p:nvPr>
            <p:ph sz="quarter" idx="13"/>
          </p:nvPr>
        </p:nvSpPr>
        <p:spPr>
          <a:xfrm>
            <a:off x="941295" y="4061012"/>
            <a:ext cx="5782234" cy="1559859"/>
          </a:xfrm>
        </p:spPr>
        <p:txBody>
          <a:bodyPr>
            <a:noAutofit/>
          </a:bodyPr>
          <a:lstStyle/>
          <a:p>
            <a:pPr marL="0" indent="0" algn="just">
              <a:buNone/>
            </a:pPr>
            <a:r>
              <a:rPr lang="es-MX" sz="1400" cap="none" dirty="0">
                <a:latin typeface="Arial" panose="020B0604020202020204" pitchFamily="34" charset="0"/>
                <a:cs typeface="Arial" panose="020B0604020202020204" pitchFamily="34" charset="0"/>
              </a:rPr>
              <a:t>Clientes guarda los datos de las personas que compran en la tienda de ropa. en ella se incluye información como el identificador del cliente, nombre, apellido, teléfono, correo electrónico y dirección. estos datos ayudan a reconocer a cada comprador y relacionarlo con las ventas que se registran dentro del sistema.</a:t>
            </a:r>
          </a:p>
        </p:txBody>
      </p:sp>
      <p:pic>
        <p:nvPicPr>
          <p:cNvPr id="7" name="Imagen 6">
            <a:extLst>
              <a:ext uri="{FF2B5EF4-FFF2-40B4-BE49-F238E27FC236}">
                <a16:creationId xmlns:a16="http://schemas.microsoft.com/office/drawing/2014/main" id="{4D8DEF59-B25E-49F8-9006-3F1A328B902B}"/>
              </a:ext>
            </a:extLst>
          </p:cNvPr>
          <p:cNvPicPr>
            <a:picLocks noChangeAspect="1"/>
          </p:cNvPicPr>
          <p:nvPr/>
        </p:nvPicPr>
        <p:blipFill>
          <a:blip r:embed="rId2"/>
          <a:stretch>
            <a:fillRect/>
          </a:stretch>
        </p:blipFill>
        <p:spPr>
          <a:xfrm>
            <a:off x="4600561" y="943084"/>
            <a:ext cx="4366117" cy="2736729"/>
          </a:xfrm>
          <a:prstGeom prst="rect">
            <a:avLst/>
          </a:prstGeom>
        </p:spPr>
      </p:pic>
      <p:pic>
        <p:nvPicPr>
          <p:cNvPr id="9" name="Imagen 8">
            <a:extLst>
              <a:ext uri="{FF2B5EF4-FFF2-40B4-BE49-F238E27FC236}">
                <a16:creationId xmlns:a16="http://schemas.microsoft.com/office/drawing/2014/main" id="{2CE56261-17A7-4836-B4A6-A8E39D853097}"/>
              </a:ext>
            </a:extLst>
          </p:cNvPr>
          <p:cNvPicPr>
            <a:picLocks noChangeAspect="1"/>
          </p:cNvPicPr>
          <p:nvPr/>
        </p:nvPicPr>
        <p:blipFill>
          <a:blip r:embed="rId3"/>
          <a:stretch>
            <a:fillRect/>
          </a:stretch>
        </p:blipFill>
        <p:spPr>
          <a:xfrm>
            <a:off x="195718" y="943084"/>
            <a:ext cx="4273846" cy="2736729"/>
          </a:xfrm>
          <a:prstGeom prst="rect">
            <a:avLst/>
          </a:prstGeom>
        </p:spPr>
      </p:pic>
      <p:sp>
        <p:nvSpPr>
          <p:cNvPr id="10" name="Rectángulo 9">
            <a:extLst>
              <a:ext uri="{FF2B5EF4-FFF2-40B4-BE49-F238E27FC236}">
                <a16:creationId xmlns:a16="http://schemas.microsoft.com/office/drawing/2014/main" id="{D0A2427F-610D-40CB-B6D7-90EF7C393B17}"/>
              </a:ext>
            </a:extLst>
          </p:cNvPr>
          <p:cNvSpPr/>
          <p:nvPr/>
        </p:nvSpPr>
        <p:spPr>
          <a:xfrm>
            <a:off x="4150143" y="38556"/>
            <a:ext cx="3142014" cy="1477328"/>
          </a:xfrm>
          <a:prstGeom prst="rect">
            <a:avLst/>
          </a:prstGeom>
          <a:noFill/>
        </p:spPr>
        <p:txBody>
          <a:bodyPr wrap="none" lIns="91440" tIns="45720" rIns="91440" bIns="45720">
            <a:spAutoFit/>
          </a:bodyPr>
          <a:lstStyle/>
          <a:p>
            <a:pPr algn="ctr"/>
            <a:r>
              <a:rPr lang="es-ES" sz="3600" b="1" cap="none" spc="0" dirty="0">
                <a:ln w="0"/>
                <a:solidFill>
                  <a:schemeClr val="tx1"/>
                </a:solidFill>
                <a:effectLst>
                  <a:outerShdw blurRad="38100" dist="19050" dir="2700000" algn="tl" rotWithShape="0">
                    <a:schemeClr val="dk1">
                      <a:alpha val="40000"/>
                    </a:schemeClr>
                  </a:outerShdw>
                </a:effectLst>
              </a:rPr>
              <a:t>TABLA CLIENTE</a:t>
            </a:r>
          </a:p>
          <a:p>
            <a:pPr algn="ctr"/>
            <a:endParaRPr lang="es-ES" sz="5400" b="0" cap="none" spc="0" dirty="0">
              <a:ln w="0"/>
              <a:solidFill>
                <a:schemeClr val="tx1"/>
              </a:solidFill>
              <a:effectLst>
                <a:outerShdw blurRad="38100" dist="19050" dir="2700000" algn="tl" rotWithShape="0">
                  <a:schemeClr val="dk1">
                    <a:alpha val="40000"/>
                  </a:schemeClr>
                </a:outerShdw>
              </a:effectLst>
            </a:endParaRPr>
          </a:p>
        </p:txBody>
      </p:sp>
      <p:pic>
        <p:nvPicPr>
          <p:cNvPr id="14" name="Imagen 13">
            <a:extLst>
              <a:ext uri="{FF2B5EF4-FFF2-40B4-BE49-F238E27FC236}">
                <a16:creationId xmlns:a16="http://schemas.microsoft.com/office/drawing/2014/main" id="{9749CC48-5C25-454A-87D2-9C51EB06920B}"/>
              </a:ext>
            </a:extLst>
          </p:cNvPr>
          <p:cNvPicPr>
            <a:picLocks noChangeAspect="1"/>
          </p:cNvPicPr>
          <p:nvPr/>
        </p:nvPicPr>
        <p:blipFill>
          <a:blip r:embed="rId4"/>
          <a:stretch>
            <a:fillRect/>
          </a:stretch>
        </p:blipFill>
        <p:spPr>
          <a:xfrm>
            <a:off x="9097675" y="3155426"/>
            <a:ext cx="3056891" cy="1048774"/>
          </a:xfrm>
          <a:prstGeom prst="rect">
            <a:avLst/>
          </a:prstGeom>
        </p:spPr>
      </p:pic>
    </p:spTree>
    <p:extLst>
      <p:ext uri="{BB962C8B-B14F-4D97-AF65-F5344CB8AC3E}">
        <p14:creationId xmlns:p14="http://schemas.microsoft.com/office/powerpoint/2010/main" val="615176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E14DDFF-9382-407D-9373-EF134750181B}"/>
              </a:ext>
            </a:extLst>
          </p:cNvPr>
          <p:cNvSpPr/>
          <p:nvPr/>
        </p:nvSpPr>
        <p:spPr>
          <a:xfrm>
            <a:off x="2303930" y="80700"/>
            <a:ext cx="6886701" cy="461665"/>
          </a:xfrm>
          <a:prstGeom prst="rect">
            <a:avLst/>
          </a:prstGeom>
          <a:noFill/>
        </p:spPr>
        <p:txBody>
          <a:bodyPr wrap="square" lIns="91440" tIns="45720" rIns="91440" bIns="45720">
            <a:spAutoFit/>
          </a:bodyPr>
          <a:lstStyle/>
          <a:p>
            <a:pPr algn="ctr"/>
            <a:r>
              <a:rPr lang="es-ES" sz="2400" b="0" cap="none" spc="0" dirty="0">
                <a:ln w="0"/>
                <a:solidFill>
                  <a:schemeClr val="tx1"/>
                </a:solidFill>
                <a:latin typeface="Arial Black" panose="020B0A04020102020204" pitchFamily="34" charset="0"/>
              </a:rPr>
              <a:t>TABLA DE EMPLEADOS</a:t>
            </a:r>
            <a:endParaRPr lang="es-ES" sz="2400" b="0" cap="none" spc="0" dirty="0">
              <a:ln w="0"/>
              <a:solidFill>
                <a:schemeClr val="tx1"/>
              </a:solidFill>
              <a:effectLst>
                <a:outerShdw blurRad="38100" dist="19050" dir="2700000" algn="tl" rotWithShape="0">
                  <a:schemeClr val="dk1">
                    <a:alpha val="40000"/>
                  </a:schemeClr>
                </a:outerShdw>
              </a:effectLst>
            </a:endParaRPr>
          </a:p>
        </p:txBody>
      </p:sp>
      <p:pic>
        <p:nvPicPr>
          <p:cNvPr id="9" name="Imagen 8">
            <a:extLst>
              <a:ext uri="{FF2B5EF4-FFF2-40B4-BE49-F238E27FC236}">
                <a16:creationId xmlns:a16="http://schemas.microsoft.com/office/drawing/2014/main" id="{2C681635-A5E1-4354-B9B2-022C9BA47B7E}"/>
              </a:ext>
            </a:extLst>
          </p:cNvPr>
          <p:cNvPicPr>
            <a:picLocks noChangeAspect="1"/>
          </p:cNvPicPr>
          <p:nvPr/>
        </p:nvPicPr>
        <p:blipFill>
          <a:blip r:embed="rId2"/>
          <a:stretch>
            <a:fillRect/>
          </a:stretch>
        </p:blipFill>
        <p:spPr>
          <a:xfrm>
            <a:off x="342014" y="640975"/>
            <a:ext cx="4419148" cy="3074896"/>
          </a:xfrm>
          <a:prstGeom prst="rect">
            <a:avLst/>
          </a:prstGeom>
        </p:spPr>
      </p:pic>
      <p:sp>
        <p:nvSpPr>
          <p:cNvPr id="12" name="CuadroTexto 11">
            <a:extLst>
              <a:ext uri="{FF2B5EF4-FFF2-40B4-BE49-F238E27FC236}">
                <a16:creationId xmlns:a16="http://schemas.microsoft.com/office/drawing/2014/main" id="{0679E9F0-AE7E-4755-ABE0-D73A2A7DED19}"/>
              </a:ext>
            </a:extLst>
          </p:cNvPr>
          <p:cNvSpPr txBox="1"/>
          <p:nvPr/>
        </p:nvSpPr>
        <p:spPr>
          <a:xfrm>
            <a:off x="600637" y="4105834"/>
            <a:ext cx="5495364" cy="1169551"/>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se añadieron registros en la tabla empleados, colocando distintos cargos que forman parte de una tienda de ropa, como vendedores, cajeros, supervisores y gerente general. esto permitió mostrar una organización más completa del personal y hacer que la base de datos representara mejor el funcionamiento de un negocio real.</a:t>
            </a:r>
          </a:p>
        </p:txBody>
      </p:sp>
      <p:pic>
        <p:nvPicPr>
          <p:cNvPr id="14" name="Imagen 13">
            <a:extLst>
              <a:ext uri="{FF2B5EF4-FFF2-40B4-BE49-F238E27FC236}">
                <a16:creationId xmlns:a16="http://schemas.microsoft.com/office/drawing/2014/main" id="{E2417070-486A-43E0-B624-8597B3757CF8}"/>
              </a:ext>
            </a:extLst>
          </p:cNvPr>
          <p:cNvPicPr>
            <a:picLocks noChangeAspect="1"/>
          </p:cNvPicPr>
          <p:nvPr/>
        </p:nvPicPr>
        <p:blipFill>
          <a:blip r:embed="rId3"/>
          <a:stretch>
            <a:fillRect/>
          </a:stretch>
        </p:blipFill>
        <p:spPr>
          <a:xfrm>
            <a:off x="4962496" y="659053"/>
            <a:ext cx="4228135" cy="1585550"/>
          </a:xfrm>
          <a:prstGeom prst="rect">
            <a:avLst/>
          </a:prstGeom>
        </p:spPr>
      </p:pic>
      <p:pic>
        <p:nvPicPr>
          <p:cNvPr id="16" name="Imagen 15">
            <a:extLst>
              <a:ext uri="{FF2B5EF4-FFF2-40B4-BE49-F238E27FC236}">
                <a16:creationId xmlns:a16="http://schemas.microsoft.com/office/drawing/2014/main" id="{20C0F2BA-1FE8-4CE4-AC0C-85EBA81C025A}"/>
              </a:ext>
            </a:extLst>
          </p:cNvPr>
          <p:cNvPicPr>
            <a:picLocks noChangeAspect="1"/>
          </p:cNvPicPr>
          <p:nvPr/>
        </p:nvPicPr>
        <p:blipFill>
          <a:blip r:embed="rId4"/>
          <a:stretch>
            <a:fillRect/>
          </a:stretch>
        </p:blipFill>
        <p:spPr>
          <a:xfrm>
            <a:off x="7430840" y="2529840"/>
            <a:ext cx="4279002" cy="2602456"/>
          </a:xfrm>
          <a:prstGeom prst="rect">
            <a:avLst/>
          </a:prstGeom>
        </p:spPr>
      </p:pic>
    </p:spTree>
    <p:extLst>
      <p:ext uri="{BB962C8B-B14F-4D97-AF65-F5344CB8AC3E}">
        <p14:creationId xmlns:p14="http://schemas.microsoft.com/office/powerpoint/2010/main" val="98250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AB07CF75-B804-48A5-8F5E-3F856219909A}"/>
              </a:ext>
            </a:extLst>
          </p:cNvPr>
          <p:cNvPicPr>
            <a:picLocks noGrp="1" noChangeAspect="1"/>
          </p:cNvPicPr>
          <p:nvPr>
            <p:ph sz="quarter" idx="13"/>
          </p:nvPr>
        </p:nvPicPr>
        <p:blipFill>
          <a:blip r:embed="rId2"/>
          <a:stretch>
            <a:fillRect/>
          </a:stretch>
        </p:blipFill>
        <p:spPr>
          <a:xfrm>
            <a:off x="554456" y="639408"/>
            <a:ext cx="4031597" cy="2453416"/>
          </a:xfrm>
        </p:spPr>
      </p:pic>
      <p:sp>
        <p:nvSpPr>
          <p:cNvPr id="4" name="Rectángulo 3">
            <a:extLst>
              <a:ext uri="{FF2B5EF4-FFF2-40B4-BE49-F238E27FC236}">
                <a16:creationId xmlns:a16="http://schemas.microsoft.com/office/drawing/2014/main" id="{D183333F-53A2-4767-8273-B7F6FBA05F1A}"/>
              </a:ext>
            </a:extLst>
          </p:cNvPr>
          <p:cNvSpPr/>
          <p:nvPr/>
        </p:nvSpPr>
        <p:spPr>
          <a:xfrm>
            <a:off x="4419094" y="188276"/>
            <a:ext cx="2564292" cy="369332"/>
          </a:xfrm>
          <a:prstGeom prst="rect">
            <a:avLst/>
          </a:prstGeom>
          <a:noFill/>
        </p:spPr>
        <p:txBody>
          <a:bodyPr wrap="none" lIns="91440" tIns="45720" rIns="91440" bIns="45720">
            <a:spAutoFit/>
          </a:bodyPr>
          <a:lstStyle/>
          <a:p>
            <a:pPr algn="ctr"/>
            <a:r>
              <a:rPr lang="es-ES" b="0" cap="none" spc="0" dirty="0">
                <a:ln w="0"/>
                <a:solidFill>
                  <a:schemeClr val="tx1"/>
                </a:solidFill>
                <a:latin typeface="Arial Black" panose="020B0A04020102020204" pitchFamily="34" charset="0"/>
              </a:rPr>
              <a:t>TABLA DE VENTAS</a:t>
            </a:r>
          </a:p>
        </p:txBody>
      </p:sp>
      <p:pic>
        <p:nvPicPr>
          <p:cNvPr id="8" name="Imagen 7">
            <a:extLst>
              <a:ext uri="{FF2B5EF4-FFF2-40B4-BE49-F238E27FC236}">
                <a16:creationId xmlns:a16="http://schemas.microsoft.com/office/drawing/2014/main" id="{A35720F0-1C62-46FD-9134-CB32636B572B}"/>
              </a:ext>
            </a:extLst>
          </p:cNvPr>
          <p:cNvPicPr>
            <a:picLocks noChangeAspect="1"/>
          </p:cNvPicPr>
          <p:nvPr/>
        </p:nvPicPr>
        <p:blipFill>
          <a:blip r:embed="rId3"/>
          <a:stretch>
            <a:fillRect/>
          </a:stretch>
        </p:blipFill>
        <p:spPr>
          <a:xfrm>
            <a:off x="4849636" y="639408"/>
            <a:ext cx="4267499" cy="2505077"/>
          </a:xfrm>
          <a:prstGeom prst="rect">
            <a:avLst/>
          </a:prstGeom>
        </p:spPr>
      </p:pic>
      <p:sp>
        <p:nvSpPr>
          <p:cNvPr id="9" name="CuadroTexto 8">
            <a:extLst>
              <a:ext uri="{FF2B5EF4-FFF2-40B4-BE49-F238E27FC236}">
                <a16:creationId xmlns:a16="http://schemas.microsoft.com/office/drawing/2014/main" id="{8D538724-2ACF-4547-AD32-9FCF50A3E9AC}"/>
              </a:ext>
            </a:extLst>
          </p:cNvPr>
          <p:cNvSpPr txBox="1"/>
          <p:nvPr/>
        </p:nvSpPr>
        <p:spPr>
          <a:xfrm>
            <a:off x="672054" y="4392705"/>
            <a:ext cx="5065059" cy="1384995"/>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ventas permite almacenar los datos de las compras realizadas en la tienda de ropa. en ella se guarda información como el cliente que hizo la compra, la prenda que se vendió, el empleado que realizó la atención, la fecha de la venta y el monto pagado. esto facilita llevar un registro más claro y organizado de las ventas del negocio.</a:t>
            </a:r>
          </a:p>
        </p:txBody>
      </p:sp>
    </p:spTree>
    <p:extLst>
      <p:ext uri="{BB962C8B-B14F-4D97-AF65-F5344CB8AC3E}">
        <p14:creationId xmlns:p14="http://schemas.microsoft.com/office/powerpoint/2010/main" val="3576679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366670-32AF-4F29-87AA-64B957AEB2E2}"/>
              </a:ext>
            </a:extLst>
          </p:cNvPr>
          <p:cNvSpPr>
            <a:spLocks noGrp="1"/>
          </p:cNvSpPr>
          <p:nvPr>
            <p:ph type="title"/>
          </p:nvPr>
        </p:nvSpPr>
        <p:spPr>
          <a:xfrm>
            <a:off x="3410758" y="0"/>
            <a:ext cx="5370484" cy="860659"/>
          </a:xfrm>
        </p:spPr>
        <p:txBody>
          <a:bodyPr>
            <a:normAutofit/>
          </a:bodyPr>
          <a:lstStyle/>
          <a:p>
            <a:r>
              <a:rPr lang="es-MX" sz="1800" dirty="0">
                <a:latin typeface="Arial Black" panose="020B0A04020102020204" pitchFamily="34" charset="0"/>
              </a:rPr>
              <a:t>Tabla de prendas </a:t>
            </a:r>
          </a:p>
        </p:txBody>
      </p:sp>
      <p:pic>
        <p:nvPicPr>
          <p:cNvPr id="5" name="Marcador de contenido 4">
            <a:extLst>
              <a:ext uri="{FF2B5EF4-FFF2-40B4-BE49-F238E27FC236}">
                <a16:creationId xmlns:a16="http://schemas.microsoft.com/office/drawing/2014/main" id="{84A8D086-F42D-47C4-A099-DF6F45195FCF}"/>
              </a:ext>
            </a:extLst>
          </p:cNvPr>
          <p:cNvPicPr>
            <a:picLocks noGrp="1" noChangeAspect="1"/>
          </p:cNvPicPr>
          <p:nvPr>
            <p:ph sz="quarter" idx="13"/>
          </p:nvPr>
        </p:nvPicPr>
        <p:blipFill>
          <a:blip r:embed="rId2"/>
          <a:stretch>
            <a:fillRect/>
          </a:stretch>
        </p:blipFill>
        <p:spPr>
          <a:xfrm>
            <a:off x="888145" y="860659"/>
            <a:ext cx="4086095" cy="2509837"/>
          </a:xfrm>
        </p:spPr>
      </p:pic>
      <p:pic>
        <p:nvPicPr>
          <p:cNvPr id="7" name="Imagen 6">
            <a:extLst>
              <a:ext uri="{FF2B5EF4-FFF2-40B4-BE49-F238E27FC236}">
                <a16:creationId xmlns:a16="http://schemas.microsoft.com/office/drawing/2014/main" id="{D1DD2487-75EF-4859-AAD3-BD8E09062577}"/>
              </a:ext>
            </a:extLst>
          </p:cNvPr>
          <p:cNvPicPr>
            <a:picLocks noChangeAspect="1"/>
          </p:cNvPicPr>
          <p:nvPr/>
        </p:nvPicPr>
        <p:blipFill>
          <a:blip r:embed="rId3"/>
          <a:stretch>
            <a:fillRect/>
          </a:stretch>
        </p:blipFill>
        <p:spPr>
          <a:xfrm>
            <a:off x="5151724" y="920128"/>
            <a:ext cx="3951202" cy="2390898"/>
          </a:xfrm>
          <a:prstGeom prst="rect">
            <a:avLst/>
          </a:prstGeom>
        </p:spPr>
      </p:pic>
      <p:sp>
        <p:nvSpPr>
          <p:cNvPr id="8" name="CuadroTexto 7">
            <a:extLst>
              <a:ext uri="{FF2B5EF4-FFF2-40B4-BE49-F238E27FC236}">
                <a16:creationId xmlns:a16="http://schemas.microsoft.com/office/drawing/2014/main" id="{5CA6A7BF-DC76-4295-8E34-8660D40C0A82}"/>
              </a:ext>
            </a:extLst>
          </p:cNvPr>
          <p:cNvSpPr txBox="1"/>
          <p:nvPr/>
        </p:nvSpPr>
        <p:spPr>
          <a:xfrm>
            <a:off x="1326777" y="3917577"/>
            <a:ext cx="6902823" cy="1323439"/>
          </a:xfrm>
          <a:prstGeom prst="rect">
            <a:avLst/>
          </a:prstGeom>
          <a:noFill/>
        </p:spPr>
        <p:txBody>
          <a:bodyPr wrap="square" rtlCol="0">
            <a:spAutoFit/>
          </a:bodyPr>
          <a:lstStyle/>
          <a:p>
            <a:pPr algn="just"/>
            <a:r>
              <a:rPr lang="es-MX" sz="1600" dirty="0">
                <a:latin typeface="Arial" panose="020B0604020202020204" pitchFamily="34" charset="0"/>
                <a:cs typeface="Arial" panose="020B0604020202020204" pitchFamily="34" charset="0"/>
              </a:rPr>
              <a:t>Prendas se utilizó para guardar los datos de los artículos que se venden en la tienda de ropa. En ella se registran datos como el código de la prenda, marca, talla, color, precio y cantidad disponible. Esta información ayuda a llevar un mejor control del inventario y permite saber qué productos están disponibles para los clientes.</a:t>
            </a:r>
          </a:p>
        </p:txBody>
      </p:sp>
    </p:spTree>
    <p:extLst>
      <p:ext uri="{BB962C8B-B14F-4D97-AF65-F5344CB8AC3E}">
        <p14:creationId xmlns:p14="http://schemas.microsoft.com/office/powerpoint/2010/main" val="3200360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FFB5C22-1BAF-4A12-8F53-CBB7A57B3089}"/>
              </a:ext>
            </a:extLst>
          </p:cNvPr>
          <p:cNvPicPr>
            <a:picLocks noChangeAspect="1"/>
          </p:cNvPicPr>
          <p:nvPr/>
        </p:nvPicPr>
        <p:blipFill>
          <a:blip r:embed="rId2"/>
          <a:stretch>
            <a:fillRect/>
          </a:stretch>
        </p:blipFill>
        <p:spPr>
          <a:xfrm>
            <a:off x="1264422" y="936017"/>
            <a:ext cx="10188124" cy="4985965"/>
          </a:xfrm>
          <a:prstGeom prst="rect">
            <a:avLst/>
          </a:prstGeom>
        </p:spPr>
      </p:pic>
    </p:spTree>
    <p:extLst>
      <p:ext uri="{BB962C8B-B14F-4D97-AF65-F5344CB8AC3E}">
        <p14:creationId xmlns:p14="http://schemas.microsoft.com/office/powerpoint/2010/main" val="3880693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1ABB7-1CE2-4A9B-870E-51831C8B46CD}"/>
              </a:ext>
            </a:extLst>
          </p:cNvPr>
          <p:cNvSpPr>
            <a:spLocks noGrp="1"/>
          </p:cNvSpPr>
          <p:nvPr>
            <p:ph type="title"/>
          </p:nvPr>
        </p:nvSpPr>
        <p:spPr>
          <a:xfrm>
            <a:off x="438646" y="71670"/>
            <a:ext cx="10364451" cy="1596177"/>
          </a:xfrm>
        </p:spPr>
        <p:txBody>
          <a:bodyPr/>
          <a:lstStyle/>
          <a:p>
            <a:r>
              <a:rPr lang="es-MX" b="1" dirty="0"/>
              <a:t>CONCLUSION </a:t>
            </a:r>
          </a:p>
        </p:txBody>
      </p:sp>
      <p:sp>
        <p:nvSpPr>
          <p:cNvPr id="3" name="Marcador de contenido 2">
            <a:extLst>
              <a:ext uri="{FF2B5EF4-FFF2-40B4-BE49-F238E27FC236}">
                <a16:creationId xmlns:a16="http://schemas.microsoft.com/office/drawing/2014/main" id="{C8CA1477-16CE-4489-9986-F62D85A341E9}"/>
              </a:ext>
            </a:extLst>
          </p:cNvPr>
          <p:cNvSpPr>
            <a:spLocks noGrp="1"/>
          </p:cNvSpPr>
          <p:nvPr>
            <p:ph sz="quarter" idx="13"/>
          </p:nvPr>
        </p:nvSpPr>
        <p:spPr>
          <a:xfrm>
            <a:off x="2353235" y="1945341"/>
            <a:ext cx="7485530" cy="3944470"/>
          </a:xfrm>
        </p:spPr>
        <p:txBody>
          <a:bodyPr>
            <a:noAutofit/>
          </a:bodyPr>
          <a:lstStyle/>
          <a:p>
            <a:pPr marL="0" indent="0" algn="just">
              <a:buNone/>
            </a:pPr>
            <a:r>
              <a:rPr lang="es-MX" sz="1400" cap="none" dirty="0">
                <a:latin typeface="Arial" panose="020B0604020202020204" pitchFamily="34" charset="0"/>
                <a:cs typeface="Arial" panose="020B0604020202020204" pitchFamily="34" charset="0"/>
              </a:rPr>
              <a:t>Este banco de ejercicio ayudó a aplicar los conocimientos sobre el manejo de bases de datos en postgresql. durante la actividad se crearon varias tablas para una tienda de ropa, donde se almacenó información de clientes, prendas, empleados y ventas. gracias a esto, se pudo entender mejor cómo organizar, guardar y consultar datos dentro de un sistema, representando el funcionamiento básico de un negocio real.</a:t>
            </a:r>
          </a:p>
        </p:txBody>
      </p:sp>
    </p:spTree>
    <p:extLst>
      <p:ext uri="{BB962C8B-B14F-4D97-AF65-F5344CB8AC3E}">
        <p14:creationId xmlns:p14="http://schemas.microsoft.com/office/powerpoint/2010/main" val="168090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4C9806-5376-4B14-8070-8AB15311E163}"/>
              </a:ext>
            </a:extLst>
          </p:cNvPr>
          <p:cNvSpPr>
            <a:spLocks noGrp="1"/>
          </p:cNvSpPr>
          <p:nvPr>
            <p:ph type="title"/>
          </p:nvPr>
        </p:nvSpPr>
        <p:spPr/>
        <p:txBody>
          <a:bodyPr/>
          <a:lstStyle/>
          <a:p>
            <a:r>
              <a:rPr lang="es-MX" dirty="0">
                <a:solidFill>
                  <a:schemeClr val="tx1"/>
                </a:solidFill>
              </a:rPr>
              <a:t>ANEXO LINK DE LA ACTIVIDAD SOLICITADA Y SUBIDA A GITHUB</a:t>
            </a:r>
            <a:endParaRPr lang="es-MX" dirty="0"/>
          </a:p>
        </p:txBody>
      </p:sp>
      <p:sp>
        <p:nvSpPr>
          <p:cNvPr id="3" name="Marcador de contenido 2">
            <a:extLst>
              <a:ext uri="{FF2B5EF4-FFF2-40B4-BE49-F238E27FC236}">
                <a16:creationId xmlns:a16="http://schemas.microsoft.com/office/drawing/2014/main" id="{296BD6C2-2854-48A7-BA6A-48D2BB73F130}"/>
              </a:ext>
            </a:extLst>
          </p:cNvPr>
          <p:cNvSpPr>
            <a:spLocks noGrp="1"/>
          </p:cNvSpPr>
          <p:nvPr>
            <p:ph sz="quarter" idx="13"/>
          </p:nvPr>
        </p:nvSpPr>
        <p:spPr/>
        <p:txBody>
          <a:bodyPr/>
          <a:lstStyle/>
          <a:p>
            <a:r>
              <a:rPr lang="es-MX"/>
              <a:t>https://github.com/lopezramirezsimone-cyber/FBD.git</a:t>
            </a:r>
          </a:p>
        </p:txBody>
      </p:sp>
    </p:spTree>
    <p:extLst>
      <p:ext uri="{BB962C8B-B14F-4D97-AF65-F5344CB8AC3E}">
        <p14:creationId xmlns:p14="http://schemas.microsoft.com/office/powerpoint/2010/main" val="377625952"/>
      </p:ext>
    </p:extLst>
  </p:cSld>
  <p:clrMapOvr>
    <a:masterClrMapping/>
  </p:clrMapOvr>
</p:sld>
</file>

<file path=ppt/theme/theme1.xml><?xml version="1.0" encoding="utf-8"?>
<a:theme xmlns:a="http://schemas.openxmlformats.org/drawingml/2006/main" name="Gota">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ólidos sutile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Gota</Template>
  <TotalTime>512</TotalTime>
  <Words>563</Words>
  <Application>Microsoft Office PowerPoint</Application>
  <PresentationFormat>Panorámica</PresentationFormat>
  <Paragraphs>26</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Arial Black</vt:lpstr>
      <vt:lpstr>Tw Cen MT</vt:lpstr>
      <vt:lpstr>Gota</vt:lpstr>
      <vt:lpstr>Presentación de PowerPoint</vt:lpstr>
      <vt:lpstr>INTRODUCCION </vt:lpstr>
      <vt:lpstr>JUSTIFICACION</vt:lpstr>
      <vt:lpstr>Presentación de PowerPoint</vt:lpstr>
      <vt:lpstr>Presentación de PowerPoint</vt:lpstr>
      <vt:lpstr>Presentación de PowerPoint</vt:lpstr>
      <vt:lpstr>Tabla de prendas </vt:lpstr>
      <vt:lpstr>Presentación de PowerPoint</vt:lpstr>
      <vt:lpstr>CONCLUSION </vt:lpstr>
      <vt:lpstr>ANEXO LINK DE LA ACTIVIDAD SOLICITADA Y SUBIDA A 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40</cp:revision>
  <dcterms:created xsi:type="dcterms:W3CDTF">2026-05-05T12:16:48Z</dcterms:created>
  <dcterms:modified xsi:type="dcterms:W3CDTF">2026-06-07T12:10:16Z</dcterms:modified>
</cp:coreProperties>
</file>