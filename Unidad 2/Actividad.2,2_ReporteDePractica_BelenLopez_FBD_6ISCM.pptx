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77" r:id="rId5"/>
    <p:sldId id="278" r:id="rId6"/>
    <p:sldId id="279" r:id="rId7"/>
    <p:sldId id="280" r:id="rId8"/>
    <p:sldId id="281" r:id="rId9"/>
    <p:sldId id="282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96757-7141-4220-9764-81AAB9E5A4B0}" type="datetimeFigureOut">
              <a:rPr lang="es-MX" smtClean="0"/>
              <a:t>05/06/2026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2C795-96C6-460C-922D-97DFDDCB5C3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29623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96757-7141-4220-9764-81AAB9E5A4B0}" type="datetimeFigureOut">
              <a:rPr lang="es-MX" smtClean="0"/>
              <a:t>05/06/2026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2C795-96C6-460C-922D-97DFDDCB5C3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641485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96757-7141-4220-9764-81AAB9E5A4B0}" type="datetimeFigureOut">
              <a:rPr lang="es-MX" smtClean="0"/>
              <a:t>05/06/2026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2C795-96C6-460C-922D-97DFDDCB5C3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26097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96757-7141-4220-9764-81AAB9E5A4B0}" type="datetimeFigureOut">
              <a:rPr lang="es-MX" smtClean="0"/>
              <a:t>05/06/2026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2C795-96C6-460C-922D-97DFDDCB5C3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313809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96757-7141-4220-9764-81AAB9E5A4B0}" type="datetimeFigureOut">
              <a:rPr lang="es-MX" smtClean="0"/>
              <a:t>05/06/2026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2C795-96C6-460C-922D-97DFDDCB5C3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249734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96757-7141-4220-9764-81AAB9E5A4B0}" type="datetimeFigureOut">
              <a:rPr lang="es-MX" smtClean="0"/>
              <a:t>05/06/2026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2C795-96C6-460C-922D-97DFDDCB5C3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354873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96757-7141-4220-9764-81AAB9E5A4B0}" type="datetimeFigureOut">
              <a:rPr lang="es-MX" smtClean="0"/>
              <a:t>05/06/2026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2C795-96C6-460C-922D-97DFDDCB5C3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336490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96757-7141-4220-9764-81AAB9E5A4B0}" type="datetimeFigureOut">
              <a:rPr lang="es-MX" smtClean="0"/>
              <a:t>05/06/2026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2C795-96C6-460C-922D-97DFDDCB5C3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85659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96757-7141-4220-9764-81AAB9E5A4B0}" type="datetimeFigureOut">
              <a:rPr lang="es-MX" smtClean="0"/>
              <a:t>05/06/2026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2C795-96C6-460C-922D-97DFDDCB5C3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268750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96757-7141-4220-9764-81AAB9E5A4B0}" type="datetimeFigureOut">
              <a:rPr lang="es-MX" smtClean="0"/>
              <a:t>05/06/2026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2C795-96C6-460C-922D-97DFDDCB5C3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67342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96757-7141-4220-9764-81AAB9E5A4B0}" type="datetimeFigureOut">
              <a:rPr lang="es-MX" smtClean="0"/>
              <a:t>05/06/2026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2C795-96C6-460C-922D-97DFDDCB5C3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419290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96757-7141-4220-9764-81AAB9E5A4B0}" type="datetimeFigureOut">
              <a:rPr lang="es-MX" smtClean="0"/>
              <a:t>05/06/2026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2C795-96C6-460C-922D-97DFDDCB5C3A}" type="slidenum">
              <a:rPr lang="es-MX" smtClean="0"/>
              <a:t>‹Nº›</a:t>
            </a:fld>
            <a:endParaRPr lang="es-MX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418330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96757-7141-4220-9764-81AAB9E5A4B0}" type="datetimeFigureOut">
              <a:rPr lang="es-MX" smtClean="0"/>
              <a:t>05/06/2026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2C795-96C6-460C-922D-97DFDDCB5C3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916926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96757-7141-4220-9764-81AAB9E5A4B0}" type="datetimeFigureOut">
              <a:rPr lang="es-MX" smtClean="0"/>
              <a:t>05/06/2026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2C795-96C6-460C-922D-97DFDDCB5C3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890802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96757-7141-4220-9764-81AAB9E5A4B0}" type="datetimeFigureOut">
              <a:rPr lang="es-MX" smtClean="0"/>
              <a:t>05/06/2026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2C795-96C6-460C-922D-97DFDDCB5C3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051299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96757-7141-4220-9764-81AAB9E5A4B0}" type="datetimeFigureOut">
              <a:rPr lang="es-MX" smtClean="0"/>
              <a:t>05/06/2026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2C795-96C6-460C-922D-97DFDDCB5C3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258012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96757-7141-4220-9764-81AAB9E5A4B0}" type="datetimeFigureOut">
              <a:rPr lang="es-MX" smtClean="0"/>
              <a:t>05/06/2026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2C795-96C6-460C-922D-97DFDDCB5C3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895571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8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84A96757-7141-4220-9764-81AAB9E5A4B0}" type="datetimeFigureOut">
              <a:rPr lang="es-MX" smtClean="0"/>
              <a:t>05/06/2026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3472C795-96C6-460C-922D-97DFDDCB5C3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573541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DFDB4996-25A1-4C8B-9C3A-C6F4190D51F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51" t="37365" r="5073"/>
          <a:stretch/>
        </p:blipFill>
        <p:spPr>
          <a:xfrm>
            <a:off x="1290918" y="751864"/>
            <a:ext cx="10040471" cy="726922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74CA5DC0-9F7F-45E1-A2A4-76C139FCCAC5}"/>
              </a:ext>
            </a:extLst>
          </p:cNvPr>
          <p:cNvSpPr txBox="1"/>
          <p:nvPr/>
        </p:nvSpPr>
        <p:spPr>
          <a:xfrm>
            <a:off x="2052918" y="1605776"/>
            <a:ext cx="7440705" cy="36464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1219200" indent="-12700" algn="ctr">
              <a:lnSpc>
                <a:spcPct val="107000"/>
              </a:lnSpc>
              <a:spcAft>
                <a:spcPts val="1115"/>
              </a:spcAft>
            </a:pPr>
            <a:r>
              <a:rPr lang="es-MX" sz="11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                      </a:t>
            </a:r>
            <a:r>
              <a:rPr lang="es-MX" sz="14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Instituto Tecnológico de Frontera Comalapa</a:t>
            </a:r>
          </a:p>
          <a:p>
            <a:pPr marL="12700" marR="1219200" indent="-12700" algn="ctr">
              <a:lnSpc>
                <a:spcPct val="107000"/>
              </a:lnSpc>
              <a:spcAft>
                <a:spcPts val="1115"/>
              </a:spcAft>
            </a:pPr>
            <a:r>
              <a:rPr lang="es-MX" sz="14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          Modalidad :</a:t>
            </a:r>
            <a:r>
              <a:rPr lang="es-MX" sz="14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Mixta </a:t>
            </a:r>
          </a:p>
          <a:p>
            <a:pPr marL="96520" marR="89535" indent="-6350" algn="ctr">
              <a:lnSpc>
                <a:spcPct val="107000"/>
              </a:lnSpc>
              <a:spcAft>
                <a:spcPts val="805"/>
              </a:spcAft>
            </a:pPr>
            <a:r>
              <a:rPr lang="es-MX" sz="14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Materia: </a:t>
            </a:r>
            <a:r>
              <a:rPr lang="es-MX" sz="14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4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Fundamentos </a:t>
            </a:r>
            <a:r>
              <a:rPr lang="es-MX" sz="14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de base de datos  </a:t>
            </a:r>
          </a:p>
          <a:p>
            <a:pPr marL="96520" marR="89535" indent="-6350" algn="ctr">
              <a:lnSpc>
                <a:spcPct val="107000"/>
              </a:lnSpc>
              <a:spcAft>
                <a:spcPts val="805"/>
              </a:spcAft>
            </a:pPr>
            <a:r>
              <a:rPr lang="es-MX" sz="14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Semestre: </a:t>
            </a:r>
            <a:r>
              <a:rPr lang="es-MX" sz="14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Sexto semestre </a:t>
            </a:r>
          </a:p>
          <a:p>
            <a:pPr marL="96520" marR="89535" indent="-6350" algn="ctr">
              <a:lnSpc>
                <a:spcPct val="107000"/>
              </a:lnSpc>
              <a:spcAft>
                <a:spcPts val="805"/>
              </a:spcAft>
            </a:pPr>
            <a:r>
              <a:rPr lang="es-MX" sz="14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Especialidad:</a:t>
            </a:r>
            <a:r>
              <a:rPr lang="es-MX" sz="14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Ingeniería en Sistemas Computacionales.  </a:t>
            </a:r>
          </a:p>
          <a:p>
            <a:pPr marL="96520" marR="89535" indent="-6350" algn="ctr">
              <a:lnSpc>
                <a:spcPct val="107000"/>
              </a:lnSpc>
              <a:spcAft>
                <a:spcPts val="805"/>
              </a:spcAft>
            </a:pPr>
            <a:r>
              <a:rPr lang="es-MX" sz="14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Numero de control: </a:t>
            </a:r>
            <a:r>
              <a:rPr lang="es-MX" sz="14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231260010  </a:t>
            </a:r>
            <a:endParaRPr lang="es-MX" sz="1400" dirty="0">
              <a:solidFill>
                <a:srgbClr val="000000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96520" marR="89535" indent="-6350" algn="ctr">
              <a:lnSpc>
                <a:spcPct val="107000"/>
              </a:lnSpc>
              <a:spcAft>
                <a:spcPts val="805"/>
              </a:spcAft>
            </a:pPr>
            <a:r>
              <a:rPr lang="es-MX" sz="14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Nombre del alumno:</a:t>
            </a:r>
            <a:r>
              <a:rPr lang="es-MX" sz="14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 Simone Belén López Ramírez</a:t>
            </a:r>
            <a:r>
              <a:rPr lang="es-MX" sz="14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s-MX" sz="1400" dirty="0">
              <a:solidFill>
                <a:srgbClr val="000000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96520" marR="89535" indent="-6350" algn="ctr">
              <a:lnSpc>
                <a:spcPct val="107000"/>
              </a:lnSpc>
              <a:spcAft>
                <a:spcPts val="805"/>
              </a:spcAft>
            </a:pPr>
            <a:r>
              <a:rPr lang="es-MX" sz="14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Nombre del docente:</a:t>
            </a:r>
            <a:r>
              <a:rPr lang="es-MX" sz="14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Ing.Francisco Javier Mingo Velásquez</a:t>
            </a:r>
          </a:p>
          <a:p>
            <a:pPr marL="12700" marR="881380" indent="-12700" algn="ctr">
              <a:lnSpc>
                <a:spcPct val="157000"/>
              </a:lnSpc>
              <a:spcAft>
                <a:spcPts val="1390"/>
              </a:spcAft>
            </a:pPr>
            <a:r>
              <a:rPr lang="es-MX" sz="14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                    Nombre del trabajo:</a:t>
            </a:r>
            <a:r>
              <a:rPr lang="es-MX" sz="14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2.2 reporte de practica </a:t>
            </a:r>
          </a:p>
          <a:p>
            <a:pPr marL="12700" marR="881380" indent="-12700" algn="ctr">
              <a:lnSpc>
                <a:spcPct val="157000"/>
              </a:lnSpc>
              <a:spcAft>
                <a:spcPts val="1390"/>
              </a:spcAft>
            </a:pPr>
            <a:r>
              <a:rPr lang="es-MX" sz="14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Fecha de entrega</a:t>
            </a:r>
            <a:r>
              <a:rPr lang="es-MX" sz="14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: Frontera Comalapa , Chiapas a </a:t>
            </a:r>
            <a:r>
              <a:rPr lang="es-MX" sz="14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03</a:t>
            </a:r>
            <a:r>
              <a:rPr lang="es-MX" sz="14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/05/2026 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14017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90D377-64BE-4729-91D3-D9F88A4E7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161317"/>
            <a:ext cx="10364451" cy="672401"/>
          </a:xfrm>
        </p:spPr>
        <p:txBody>
          <a:bodyPr/>
          <a:lstStyle/>
          <a:p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INTRODUCCION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EAB286D-EC1F-443B-92B2-DA25E0DC04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792943" y="1542339"/>
            <a:ext cx="8292352" cy="342410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MX" sz="1600" cap="none" dirty="0">
                <a:latin typeface="Arial" panose="020B0604020202020204" pitchFamily="34" charset="0"/>
                <a:cs typeface="Arial" panose="020B0604020202020204" pitchFamily="34" charset="0"/>
              </a:rPr>
              <a:t>En esta práctica se realizó la creación y vinculación de tablas en </a:t>
            </a:r>
            <a:r>
              <a:rPr lang="es-MX" sz="1600" cap="none" dirty="0" err="1">
                <a:latin typeface="Arial" panose="020B0604020202020204" pitchFamily="34" charset="0"/>
                <a:cs typeface="Arial" panose="020B0604020202020204" pitchFamily="34" charset="0"/>
              </a:rPr>
              <a:t>postgresql</a:t>
            </a:r>
            <a:r>
              <a:rPr lang="es-MX" sz="1600" cap="none" dirty="0">
                <a:latin typeface="Arial" panose="020B0604020202020204" pitchFamily="34" charset="0"/>
                <a:cs typeface="Arial" panose="020B0604020202020204" pitchFamily="34" charset="0"/>
              </a:rPr>
              <a:t> utilizando la herramienta </a:t>
            </a:r>
            <a:r>
              <a:rPr lang="es-MX" sz="1600" cap="none" dirty="0" err="1">
                <a:latin typeface="Arial" panose="020B0604020202020204" pitchFamily="34" charset="0"/>
                <a:cs typeface="Arial" panose="020B0604020202020204" pitchFamily="34" charset="0"/>
              </a:rPr>
              <a:t>pgadmin</a:t>
            </a:r>
            <a:r>
              <a:rPr lang="es-MX" sz="1600" cap="none" dirty="0">
                <a:latin typeface="Arial" panose="020B0604020202020204" pitchFamily="34" charset="0"/>
                <a:cs typeface="Arial" panose="020B0604020202020204" pitchFamily="34" charset="0"/>
              </a:rPr>
              <a:t>. para ello, se elaboró una base de datos enfocada en una tienda , la cual estuvo conformada por las tablas empleados, productos y ventas. a través del uso de claves primarias y claves foráneas, se pudieron conectar las tablas entre sí, permitiendo que la información estuviera mejor organizada, relacionada y con mayor integridad dentro de la base de datos.</a:t>
            </a:r>
          </a:p>
        </p:txBody>
      </p:sp>
    </p:spTree>
    <p:extLst>
      <p:ext uri="{BB962C8B-B14F-4D97-AF65-F5344CB8AC3E}">
        <p14:creationId xmlns:p14="http://schemas.microsoft.com/office/powerpoint/2010/main" val="1297209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83207C-9490-46DC-B7B8-4A79CCBA2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4659" y="0"/>
            <a:ext cx="7737167" cy="1264435"/>
          </a:xfrm>
        </p:spPr>
        <p:txBody>
          <a:bodyPr/>
          <a:lstStyle/>
          <a:p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JUSTIFICACION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79832BA-E3DF-4F8B-ACA7-A7B97C74E4D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667435" y="1716946"/>
            <a:ext cx="8472273" cy="342410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MX" sz="1600" cap="none" dirty="0">
                <a:latin typeface="Arial" panose="020B0604020202020204" pitchFamily="34" charset="0"/>
                <a:cs typeface="Arial" panose="020B0604020202020204" pitchFamily="34" charset="0"/>
              </a:rPr>
              <a:t>Con esta actividad pude comprender mejor cómo funcionan las relaciones entre tablas en una base de datos relacional. al utilizar claves primarias y foráneas, la información se puede conectar correctamente entre distintas tablas, lo que ayuda a mantener un mejor control de los datos. además, esto permite reducir errores, evitar registros repetidos y hacer consultas de forma más ordenada.</a:t>
            </a:r>
          </a:p>
          <a:p>
            <a:pPr marL="0" indent="0">
              <a:buNone/>
            </a:pPr>
            <a:endParaRPr lang="es-MX" sz="1400" dirty="0"/>
          </a:p>
        </p:txBody>
      </p:sp>
    </p:spTree>
    <p:extLst>
      <p:ext uri="{BB962C8B-B14F-4D97-AF65-F5344CB8AC3E}">
        <p14:creationId xmlns:p14="http://schemas.microsoft.com/office/powerpoint/2010/main" val="34654152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402C3CAD-ADC4-4106-9A12-03640FD34EA1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 rotWithShape="1">
          <a:blip r:embed="rId2"/>
          <a:srcRect t="1825" r="3208" b="10473"/>
          <a:stretch/>
        </p:blipFill>
        <p:spPr>
          <a:xfrm>
            <a:off x="3103481" y="134470"/>
            <a:ext cx="5359202" cy="3003177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1A98366A-FD4D-4C58-9BD6-D5EE66252B58}"/>
              </a:ext>
            </a:extLst>
          </p:cNvPr>
          <p:cNvSpPr txBox="1"/>
          <p:nvPr/>
        </p:nvSpPr>
        <p:spPr>
          <a:xfrm>
            <a:off x="1837766" y="3594847"/>
            <a:ext cx="8382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Se elaboró la tabla Empleados con el propósito de guardar los datos del personal que trabaja en la tienda . En esta tabla se incluyeron diferentes campos importantes, como el identificador del empleado, nombre, apellido, puesto que desempeña, número telefónico, correo electrónico, salario y fecha en la que ingresó a laborar.</a:t>
            </a:r>
          </a:p>
        </p:txBody>
      </p:sp>
    </p:spTree>
    <p:extLst>
      <p:ext uri="{BB962C8B-B14F-4D97-AF65-F5344CB8AC3E}">
        <p14:creationId xmlns:p14="http://schemas.microsoft.com/office/powerpoint/2010/main" val="31750341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4EF477C-CA41-40AB-A08A-36F4B77E36C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78542" y="3845677"/>
            <a:ext cx="10721788" cy="223239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MX" sz="1600" cap="none" dirty="0">
                <a:latin typeface="Arial" panose="020B0604020202020204" pitchFamily="34" charset="0"/>
                <a:cs typeface="Arial" panose="020B0604020202020204" pitchFamily="34" charset="0"/>
              </a:rPr>
              <a:t>Se realizó la creación de la tabla productos para guardar la información de los  artículos que tiene disponible la tienda . en esta tabla se colocaron datos importantes como el identificador del producto, su nombre, la categoría a la que pertenece, el precio, la cantidad disponible en inventario, la fecha de caducidad y el proveedor encargado de surtirlo. esto permite llevar un mejor control de los productos dentro de la base de datos.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6060DC8-D806-480F-9D3B-8F976574E6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7012" y="90538"/>
            <a:ext cx="5649035" cy="3468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1762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B7F508A-EA15-4A7F-9883-D73A133A458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40551" y="4124175"/>
            <a:ext cx="6984132" cy="342410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MX" sz="1400" cap="none" dirty="0">
                <a:latin typeface="Arial" panose="020B0604020202020204" pitchFamily="34" charset="0"/>
                <a:cs typeface="Arial" panose="020B0604020202020204" pitchFamily="34" charset="0"/>
              </a:rPr>
              <a:t>La tabla ventas se creó para guardar la información de cada venta realizada dentro de la tienda . en ella se registran datos importantes como el número o identificador de la venta, el empleado que atendió la operación, el producto que fue vendido, la cantidad comprada, el precio de cada unidad, el total de la venta y la fecha en que se realizó.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AE007F9-E60F-41D1-8AEB-E5046C73B6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5235" y="215153"/>
            <a:ext cx="5491259" cy="3477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3406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10F77058-84F1-4C37-9C85-125F3DF8DE1C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617855" y="107858"/>
            <a:ext cx="5361604" cy="2851690"/>
          </a:xfrm>
        </p:spPr>
      </p:pic>
      <p:sp>
        <p:nvSpPr>
          <p:cNvPr id="9" name="Rectangle 1">
            <a:extLst>
              <a:ext uri="{FF2B5EF4-FFF2-40B4-BE49-F238E27FC236}">
                <a16:creationId xmlns:a16="http://schemas.microsoft.com/office/drawing/2014/main" id="{ED50700D-BF7A-4112-ACAD-F19D572695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7531" y="3429000"/>
            <a:ext cx="7871928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Luego de haber creado las tablas, se llevaron a cabo pruebas insertando registros dentro de la base de datos. Esto se realizó con la finalidad de comprobar que la estructura diseñada funcionara correctamente y que los datos se pudieran almacenar sin problemas en cada una de las tablas correspondientes.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B4B31C5C-26D5-4C89-84EF-4FC32D7D2D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4278" y="372125"/>
            <a:ext cx="5098709" cy="1833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7606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DE85E13-CF85-4C70-A60A-331A35829A7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86118" y="3890682"/>
            <a:ext cx="10291481" cy="190051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MX" sz="1600" cap="none" dirty="0">
                <a:latin typeface="Arial" panose="020B0604020202020204" pitchFamily="34" charset="0"/>
                <a:cs typeface="Arial" panose="020B0604020202020204" pitchFamily="34" charset="0"/>
              </a:rPr>
              <a:t>Se realizaron consultas sencillas dentro de </a:t>
            </a:r>
            <a:r>
              <a:rPr lang="es-MX" sz="1600" cap="none" dirty="0" err="1">
                <a:latin typeface="Arial" panose="020B0604020202020204" pitchFamily="34" charset="0"/>
                <a:cs typeface="Arial" panose="020B0604020202020204" pitchFamily="34" charset="0"/>
              </a:rPr>
              <a:t>pgadmin</a:t>
            </a:r>
            <a:r>
              <a:rPr lang="es-MX" sz="1600" cap="none" dirty="0">
                <a:latin typeface="Arial" panose="020B0604020202020204" pitchFamily="34" charset="0"/>
                <a:cs typeface="Arial" panose="020B0604020202020204" pitchFamily="34" charset="0"/>
              </a:rPr>
              <a:t> para revisar la información que había sido registrada en las tablas. con estas consultas fue posible verificar que los datos se insertaron correctamente y que cada tabla mostraba los registros almacenados de acuerdo con su estructura. esto ayudó a comprobar que la base de datos estaba funcionando de manera adecuada.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AE6ABDC-257C-4E6B-94B8-865A46A094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2360" y="81339"/>
            <a:ext cx="4205546" cy="3572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0476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F1ABB7-1CE2-4A9B-870E-51831C8B4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/>
              <a:t>CONCLUSION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8CA1477-16CE-4489-9986-F62D85A341E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13656" y="2071257"/>
            <a:ext cx="7611661" cy="342410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MX" sz="1400" cap="none" dirty="0">
                <a:latin typeface="Arial" panose="020B0604020202020204" pitchFamily="34" charset="0"/>
                <a:cs typeface="Arial" panose="020B0604020202020204" pitchFamily="34" charset="0"/>
              </a:rPr>
              <a:t>Me permitió poner en práctica los conocimientos sobre la creación y administración de tablas en </a:t>
            </a:r>
            <a:r>
              <a:rPr lang="es-MX" sz="1400" cap="none" dirty="0" err="1">
                <a:latin typeface="Arial" panose="020B0604020202020204" pitchFamily="34" charset="0"/>
                <a:cs typeface="Arial" panose="020B0604020202020204" pitchFamily="34" charset="0"/>
              </a:rPr>
              <a:t>postgresql</a:t>
            </a:r>
            <a:r>
              <a:rPr lang="es-MX" sz="1400" cap="none" dirty="0">
                <a:latin typeface="Arial" panose="020B0604020202020204" pitchFamily="34" charset="0"/>
                <a:cs typeface="Arial" panose="020B0604020202020204" pitchFamily="34" charset="0"/>
              </a:rPr>
              <a:t>. se logró diseñar una estructura básica para una tienda, en donde se organizaron los datos necesarios para registrar empleados, productos y ventas. además, se definieron correctamente los campos y tipos de datos para almacenar información como códigos, descripciones, precios, stock y registros de venta, permitiendo llevar un mejor control de la información dentro de la base de datos.</a:t>
            </a:r>
          </a:p>
        </p:txBody>
      </p:sp>
    </p:spTree>
    <p:extLst>
      <p:ext uri="{BB962C8B-B14F-4D97-AF65-F5344CB8AC3E}">
        <p14:creationId xmlns:p14="http://schemas.microsoft.com/office/powerpoint/2010/main" val="1680900253"/>
      </p:ext>
    </p:extLst>
  </p:cSld>
  <p:clrMapOvr>
    <a:masterClrMapping/>
  </p:clrMapOvr>
</p:sld>
</file>

<file path=ppt/theme/theme1.xml><?xml version="1.0" encoding="utf-8"?>
<a:theme xmlns:a="http://schemas.openxmlformats.org/drawingml/2006/main" name="Gota">
  <a:themeElements>
    <a:clrScheme name="Papel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Gota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ólidos sutile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78000"/>
                <a:shade val="100000"/>
                <a:hueMod val="136000"/>
                <a:satMod val="160000"/>
                <a:lumMod val="105000"/>
              </a:schemeClr>
            </a:gs>
            <a:gs pos="100000">
              <a:schemeClr val="phClr">
                <a:shade val="92000"/>
                <a:satMod val="170000"/>
                <a:lumMod val="96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C71B277C-C29A-4BA0-A7BA-43502DF21AB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Gota</Template>
  <TotalTime>276</TotalTime>
  <Words>627</Words>
  <Application>Microsoft Office PowerPoint</Application>
  <PresentationFormat>Panorámica</PresentationFormat>
  <Paragraphs>21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2" baseType="lpstr">
      <vt:lpstr>Arial</vt:lpstr>
      <vt:lpstr>Tw Cen MT</vt:lpstr>
      <vt:lpstr>Gota</vt:lpstr>
      <vt:lpstr>Presentación de PowerPoint</vt:lpstr>
      <vt:lpstr>INTRODUCCION </vt:lpstr>
      <vt:lpstr>JUSTIFICACION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CONCLUSION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Belen</dc:creator>
  <cp:lastModifiedBy>Belen</cp:lastModifiedBy>
  <cp:revision>25</cp:revision>
  <dcterms:created xsi:type="dcterms:W3CDTF">2026-05-05T12:16:48Z</dcterms:created>
  <dcterms:modified xsi:type="dcterms:W3CDTF">2026-06-05T09:38:43Z</dcterms:modified>
</cp:coreProperties>
</file>