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218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520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23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725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448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811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7035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06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585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41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58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572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029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8305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5781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85665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5182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A96757-7141-4220-9764-81AAB9E5A4B0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46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FDB4996-25A1-4C8B-9C3A-C6F4190D5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51" t="37365" r="5073"/>
          <a:stretch/>
        </p:blipFill>
        <p:spPr>
          <a:xfrm>
            <a:off x="1272988" y="877760"/>
            <a:ext cx="10040471" cy="72692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4CA5DC0-9F7F-45E1-A2A4-76C139FCCAC5}"/>
              </a:ext>
            </a:extLst>
          </p:cNvPr>
          <p:cNvSpPr txBox="1"/>
          <p:nvPr/>
        </p:nvSpPr>
        <p:spPr>
          <a:xfrm>
            <a:off x="3155576" y="1478786"/>
            <a:ext cx="7440705" cy="3646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1219200" indent="-12700" algn="ctr">
              <a:lnSpc>
                <a:spcPct val="107000"/>
              </a:lnSpc>
              <a:spcAft>
                <a:spcPts val="1115"/>
              </a:spcAft>
            </a:pPr>
            <a:r>
              <a:rPr lang="es-MX" sz="11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marL="12700" marR="1219200" indent="-12700" algn="ctr">
              <a:lnSpc>
                <a:spcPct val="107000"/>
              </a:lnSpc>
              <a:spcAft>
                <a:spcPts val="111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     Modalidad 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Mixta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Materia: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Fundamentos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base de datos 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Semestre: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Sexto semestre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Especialidad: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Ingeniería en Sistemas Computacionales. 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Numero de control: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231260010  </a:t>
            </a:r>
            <a:endParaRPr lang="es-MX" sz="14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Nombre del alumno: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Simone Belén López Ramírez</a:t>
            </a: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14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Nombre del docente: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Ing.Francisco Javier Mingo Velásquez</a:t>
            </a:r>
          </a:p>
          <a:p>
            <a:pPr marL="12700" marR="881380" indent="-12700" algn="ctr">
              <a:lnSpc>
                <a:spcPct val="157000"/>
              </a:lnSpc>
              <a:spcAft>
                <a:spcPts val="1390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               Nombre del trabajo: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Reporte de practica 1.3</a:t>
            </a:r>
          </a:p>
          <a:p>
            <a:pPr marL="12700" marR="881380" indent="-12700" algn="ctr">
              <a:lnSpc>
                <a:spcPct val="157000"/>
              </a:lnSpc>
              <a:spcAft>
                <a:spcPts val="1390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Fecha de entrega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Frontera Comalapa , Chiapas a 23  de abril del  2026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40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0D377-64BE-4729-91D3-D9F88A4E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1317"/>
            <a:ext cx="10364451" cy="672401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INTRODUCCION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AB286D-EC1F-443B-92B2-DA25E0DC04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30822" y="1587163"/>
            <a:ext cx="7530353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900" cap="none" dirty="0">
                <a:latin typeface="Arial" panose="020B0604020202020204" pitchFamily="34" charset="0"/>
                <a:cs typeface="Arial" panose="020B0604020202020204" pitchFamily="34" charset="0"/>
              </a:rPr>
              <a:t>En este banco de ejercicios se llevó a cabo la creación de una base de datos llamada mystore_belen, así como el diseño de varias tablas enfocadas en un sistema de control comercial. mediante el uso de comandos </a:t>
            </a:r>
            <a:r>
              <a:rPr lang="es-MX" sz="19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MX" sz="1900" cap="none" dirty="0">
                <a:latin typeface="Arial" panose="020B0604020202020204" pitchFamily="34" charset="0"/>
                <a:cs typeface="Arial" panose="020B0604020202020204" pitchFamily="34" charset="0"/>
              </a:rPr>
              <a:t>, se estructuraron tablas como clientes, productos, proveedores y ventas, lo que permitió comprender cómo se organiza la información dentro de una base de datos.</a:t>
            </a:r>
          </a:p>
          <a:p>
            <a:pPr marL="0" indent="0" algn="just">
              <a:buNone/>
            </a:pPr>
            <a:r>
              <a:rPr lang="es-MX" sz="1900" cap="none" dirty="0">
                <a:latin typeface="Arial" panose="020B0604020202020204" pitchFamily="34" charset="0"/>
                <a:cs typeface="Arial" panose="020B0604020202020204" pitchFamily="34" charset="0"/>
              </a:rPr>
              <a:t>asimismo, se realizó la inserción de datos utilizando instrucciones automatizadas, lo cual facilitó el registro de información y fortaleció el aprendizaje práctico en el manejo de bases de datos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972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3207C-9490-46DC-B7B8-4A79CCBA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59" y="0"/>
            <a:ext cx="7737167" cy="1264435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832BA-E3DF-4F8B-ACA7-A7B97C74E4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71922" y="1524409"/>
            <a:ext cx="7629904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800" cap="none" dirty="0">
                <a:latin typeface="Arial" panose="020B0604020202020204" pitchFamily="34" charset="0"/>
                <a:cs typeface="Arial" panose="020B0604020202020204" pitchFamily="34" charset="0"/>
              </a:rPr>
              <a:t>Desde una perspectiva personal, esta actividad fue de gran importancia, ya que permitió poner en práctica conocimientos relacionados con la creación y administración de bases de datos de una manera más completa.</a:t>
            </a:r>
          </a:p>
          <a:p>
            <a:pPr marL="0" indent="0" algn="just">
              <a:buNone/>
            </a:pPr>
            <a:r>
              <a:rPr lang="es-MX" sz="1800" cap="none" dirty="0">
                <a:latin typeface="Arial" panose="020B0604020202020204" pitchFamily="34" charset="0"/>
                <a:cs typeface="Arial" panose="020B0604020202020204" pitchFamily="34" charset="0"/>
              </a:rPr>
              <a:t>no solo se trabajó en la creación de tablas, sino también en la relación entre ellas y en la inserción de datos mediante </a:t>
            </a:r>
            <a:r>
              <a:rPr lang="es-MX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MX" sz="1800" cap="non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6541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4378A6B-175F-44C2-B923-36E86C809DBE}"/>
              </a:ext>
            </a:extLst>
          </p:cNvPr>
          <p:cNvSpPr txBox="1"/>
          <p:nvPr/>
        </p:nvSpPr>
        <p:spPr>
          <a:xfrm>
            <a:off x="2375647" y="202921"/>
            <a:ext cx="6660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CREACIÓN DE LA BASE DE DATO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31136B28-E019-4155-A339-AFF6FD3F103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89262" y="3665666"/>
            <a:ext cx="4553068" cy="2334990"/>
          </a:xfr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F302B65-576A-4785-A55B-261F88E0E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777" y="4483332"/>
            <a:ext cx="3968972" cy="69965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E651AC8-6926-40F6-8B58-1959034FB847}"/>
              </a:ext>
            </a:extLst>
          </p:cNvPr>
          <p:cNvSpPr txBox="1"/>
          <p:nvPr/>
        </p:nvSpPr>
        <p:spPr>
          <a:xfrm>
            <a:off x="2202926" y="857344"/>
            <a:ext cx="81871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 inició creando una nueva base de datos llamada mystore_belen, la cual servirá como estructura principal para almacenar toda la información del sistema.</a:t>
            </a:r>
          </a:p>
          <a:p>
            <a:endParaRPr lang="es-MX" dirty="0"/>
          </a:p>
          <a:p>
            <a:r>
              <a:rPr lang="es-MX" dirty="0"/>
              <a:t>Posteriormente, se diseñaron cuatro tablas principales que conforman la base de datos: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productos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clientes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proveedores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ventas </a:t>
            </a:r>
          </a:p>
          <a:p>
            <a:r>
              <a:rPr lang="es-MX" dirty="0"/>
              <a:t>Cada una cumple una función específica dentro del sistema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789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20DD8-D73D-44E0-8A3E-A5B757823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212" y="3199522"/>
            <a:ext cx="4114800" cy="1596177"/>
          </a:xfrm>
        </p:spPr>
        <p:txBody>
          <a:bodyPr>
            <a:noAutofit/>
          </a:bodyPr>
          <a:lstStyle/>
          <a:p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Esta tabla contiene la información relacionada con los artículos disponibles para la venta.</a:t>
            </a:r>
            <a:b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incluye datos como:</a:t>
            </a:r>
            <a:b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código del producto </a:t>
            </a:r>
            <a:b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descripción </a:t>
            </a:r>
            <a:b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precio de compra </a:t>
            </a:r>
            <a:b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precio de venta </a:t>
            </a:r>
            <a:b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existencia en inventario </a:t>
            </a:r>
            <a:b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su objetivo es llevar el control de los productos y su disponibilidad.</a:t>
            </a:r>
            <a:br>
              <a:rPr lang="es-MX" sz="1050" dirty="0"/>
            </a:br>
            <a:endParaRPr lang="es-MX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7F9220-9F90-4F50-8B30-918D6E241FD5}"/>
              </a:ext>
            </a:extLst>
          </p:cNvPr>
          <p:cNvSpPr txBox="1"/>
          <p:nvPr/>
        </p:nvSpPr>
        <p:spPr>
          <a:xfrm>
            <a:off x="2581834" y="489816"/>
            <a:ext cx="6660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PRODUCTO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BE282A0-025A-4CEA-B83F-BFE6778391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350"/>
          <a:stretch/>
        </p:blipFill>
        <p:spPr>
          <a:xfrm>
            <a:off x="233419" y="2204024"/>
            <a:ext cx="6718709" cy="358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8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BD036-17E0-4DED-8DC4-863CA2F2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869" y="107576"/>
            <a:ext cx="5612531" cy="1031353"/>
          </a:xfrm>
        </p:spPr>
        <p:txBody>
          <a:bodyPr>
            <a:norm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B8EB36-41AA-41AA-B186-21323B07BD04}"/>
              </a:ext>
            </a:extLst>
          </p:cNvPr>
          <p:cNvSpPr txBox="1"/>
          <p:nvPr/>
        </p:nvSpPr>
        <p:spPr>
          <a:xfrm>
            <a:off x="7924799" y="2904565"/>
            <a:ext cx="41775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tabla se almacenan los datos de los clientes registrados en el sistema.</a:t>
            </a:r>
            <a:br>
              <a:rPr lang="es-MX" dirty="0"/>
            </a:br>
            <a:r>
              <a:rPr lang="es-MX" dirty="0"/>
              <a:t>Incluye información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Nombre completo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Dirección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Correo electrónico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Número telefónico </a:t>
            </a:r>
          </a:p>
          <a:p>
            <a:r>
              <a:rPr lang="es-MX" dirty="0"/>
              <a:t>Esto permite identificar a cada cliente y relacionarlo con las compras realizadas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BB5C5AE-FB06-4245-A437-6D0DBB4B8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629"/>
          <a:stretch/>
        </p:blipFill>
        <p:spPr>
          <a:xfrm>
            <a:off x="-60916" y="2674971"/>
            <a:ext cx="7985715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3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4D194-CA56-42F0-ACF2-2C7B18FC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555" y="218767"/>
            <a:ext cx="5845613" cy="394495"/>
          </a:xfrm>
        </p:spPr>
        <p:txBody>
          <a:bodyPr>
            <a:no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ventas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A340D5-50DA-4FD4-A6A1-7532490EE15E}"/>
              </a:ext>
            </a:extLst>
          </p:cNvPr>
          <p:cNvSpPr txBox="1"/>
          <p:nvPr/>
        </p:nvSpPr>
        <p:spPr>
          <a:xfrm rot="10800000" flipH="1" flipV="1">
            <a:off x="8091602" y="2463950"/>
            <a:ext cx="3661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tabla se registran todas las operaciones realizadas dentro del sistema.</a:t>
            </a:r>
            <a:br>
              <a:rPr lang="es-MX" dirty="0"/>
            </a:br>
            <a:r>
              <a:rPr lang="es-MX" dirty="0"/>
              <a:t>Incluye datos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ID del cliente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Producto vendido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Cantidad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Fecha de venta </a:t>
            </a:r>
          </a:p>
          <a:p>
            <a:r>
              <a:rPr lang="es-MX" dirty="0"/>
              <a:t>Permite llevar un control detallado de las transacciones.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8BB56C1-99F6-4423-98EE-037425329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22" y="2349366"/>
            <a:ext cx="7198019" cy="339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98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0F315-4164-4FF9-A78B-FE30BF3E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695" y="0"/>
            <a:ext cx="6051802" cy="1165459"/>
          </a:xfrm>
        </p:spPr>
        <p:txBody>
          <a:bodyPr>
            <a:norm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Finalización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0C209E-2939-4664-A3D0-708DCEBC98A3}"/>
              </a:ext>
            </a:extLst>
          </p:cNvPr>
          <p:cNvSpPr txBox="1"/>
          <p:nvPr/>
        </p:nvSpPr>
        <p:spPr>
          <a:xfrm>
            <a:off x="7463744" y="2294965"/>
            <a:ext cx="45451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Las tablas están conectadas entre sí, ya que la tabla ventas depende de las tablas clientes y productos.</a:t>
            </a:r>
            <a:b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Esto asegura que la información sea consistente y permite relacionar cada venta con un cliente y un producto específico.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diagrama muestra cómo la tabla ventas funciona como punto central, enlazando la información de las demás tablas para registrar cada transacción.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0EB4F83-9147-4965-826D-9BC43A225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3" y="1792942"/>
            <a:ext cx="7121412" cy="434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2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42C7F-75A3-4E7B-8BF0-2D121CE3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047" y="188212"/>
            <a:ext cx="6302814" cy="448284"/>
          </a:xfrm>
        </p:spPr>
        <p:txBody>
          <a:bodyPr>
            <a:norm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69F9D4-587C-49EF-B403-8975A58719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8047" y="1291328"/>
            <a:ext cx="6786282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800" cap="none" dirty="0">
                <a:latin typeface="Arial" panose="020B0604020202020204" pitchFamily="34" charset="0"/>
                <a:cs typeface="Arial" panose="020B0604020202020204" pitchFamily="34" charset="0"/>
              </a:rPr>
              <a:t>Permitió reforzar los conocimientos en el manejo de bases de datos, aplicando comandos </a:t>
            </a:r>
            <a:r>
              <a:rPr lang="es-MX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MX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para la creación, organización y llenado de tablas.</a:t>
            </a:r>
          </a:p>
          <a:p>
            <a:pPr marL="0" indent="0" algn="just">
              <a:buNone/>
            </a:pPr>
            <a:r>
              <a:rPr lang="es-MX" sz="1800" cap="none" dirty="0">
                <a:latin typeface="Arial" panose="020B0604020202020204" pitchFamily="34" charset="0"/>
                <a:cs typeface="Arial" panose="020B0604020202020204" pitchFamily="34" charset="0"/>
              </a:rPr>
              <a:t>además, ayudó a comprender la importancia de la relación entre tablas dentro de un sistema, así como el uso de herramientas que permiten administrar la información de manera eficiente.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80045840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98</TotalTime>
  <Words>553</Words>
  <Application>Microsoft Office PowerPoint</Application>
  <PresentationFormat>Panorámica</PresentationFormat>
  <Paragraphs>47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Tw Cen MT</vt:lpstr>
      <vt:lpstr>Gota</vt:lpstr>
      <vt:lpstr>Presentación de PowerPoint</vt:lpstr>
      <vt:lpstr>INTRODUCCION </vt:lpstr>
      <vt:lpstr>JUSTIFICACION</vt:lpstr>
      <vt:lpstr>Presentación de PowerPoint</vt:lpstr>
      <vt:lpstr>Esta tabla contiene la información relacionada con los artículos disponibles para la venta. incluye datos como: código del producto  descripción  precio de compra  precio de venta  existencia en inventario  su objetivo es llevar el control de los productos y su disponibilidad. </vt:lpstr>
      <vt:lpstr>clientes</vt:lpstr>
      <vt:lpstr>ventas</vt:lpstr>
      <vt:lpstr>Finalización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Belen</dc:creator>
  <cp:lastModifiedBy>Belen</cp:lastModifiedBy>
  <cp:revision>11</cp:revision>
  <dcterms:created xsi:type="dcterms:W3CDTF">2026-05-05T12:16:48Z</dcterms:created>
  <dcterms:modified xsi:type="dcterms:W3CDTF">2026-05-05T13:55:00Z</dcterms:modified>
</cp:coreProperties>
</file>